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Relationship Id="rId19" Type="http://schemas.openxmlformats.org/officeDocument/2006/relationships/slide" Target="slides/slide1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b7fd4810c3dbf08d7029212859276e24798f575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9f69dd7818a795f9d883b21038d72c0295d3957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3dd816b3563b228ba90b1abd5cc129642b04e88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be3b641bbd5f97ba081aab74920f0d954ba71e8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7c197fb8717759db9d00308b475910ebf5175fc1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514ded34c8355894052638ae8d73a748af9e900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📱 Analyse du Temps d'Écran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Impact des appareils numériques sur la santé des enfants indiens
9,668 enfants analysés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🎯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📌 Questions de Recherche :
  • Combien de temps les enfants passent-ils sur les écrans ?
  • Quels appareils sont les plus utilisés ?
  • Quelles sont les conséquences pour la santé ?
  • Existe-t-il des facteurs de protection ?
📊 Dataset :
  • 9,668 enfants indiens (8-18 ans)
  • 8 variables principales
  • Temps écran, appareils, impacts santé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📊 Statistiques Globales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✅ Total enfants : 9668
✅ Âge moyen : 13.0 ans
✅ Temps écran moyen : 4.37 h/jour
✅ % dépassant limite : 85.8%
✅ % avec impacts santé : 67.1%
🚨 RÉSULTAT : 85.8% DÉPASSENT LA LIMITE 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👶 Distribution par Groupe d'Âge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📱 Utilisation des Appareils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🚨 Dépassement Limite Recommandée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🏥 Impacts Santé par Temps d'Écran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📚 Effet Protecteur du Contenu Éducatif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🏥 Principaux Problèmes de Santé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🎯 Résultats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🚨 RÉSULTATS CRITIQUES :
  • 85.8% dépassent le temps écran recommandé
  • 67.1% ont des impacts sur la santé
  • 1,106 enfants en DANGER (&gt;6h + impacts)
  • Manque de sommeil = problème #1 (50.3%)
✅ FACTEURS PROTECTEURS :
  • Contenu éducatif réduit impacts de 20%
  • &lt;2h/jour = 0% impacts santé
  • Ratio éducatif 0.5+ CRUCIAL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💡 Recommandations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✅ POUR LES 11-13 ANS (groupe à risque) :
  • Limiter à &lt;2h/jour
  • Augmenter ratio éducatif à 0.5+
  • Pauses régulières yeux/sommeil
✅ POUR CEUX AVEC &gt;6h/JOUR (1,106 enfants) :
  • Risque MAJEUR santé
  • Intervention urgente recommandée
✅ STRATÉGIE GLOBALE :
  • Contenu éducatif plutôt que récréatif
  • Limiter Laptop/Smartphone &lt;2h
  • Sensibilisation parents/enfants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🎓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La majorité des enfants indiens (85.8%)
dépassent les limites sûres de temps d'écran.
Cependant, le contenu éducatif agit comme
un FACTEUR DE PROTECTION significatif,
réduisant les impacts santé de 20%.
→ MISE EN ŒUVRE DE DIRECTIVES
→ AMÉLIORATION QUALITÉ CONTENU
→ RÉDUCTION IMPACTS SANTÉ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2026-01-06T21:58:05Z</dcterms:modified>
  <cp:category/>
</cp:coreProperties>
</file>